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EduGenie: a lightweight AI learning assistant built with FastAPI, Google Gemini and a simple HTML/CSS frontend.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problem: static, scattered material. The solution: one simple page with five AI-powered learning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tools in one interface: Q&amp;A, explanation, quiz, summary and learning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scenario maps to exactly one module and one API endpoint.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layers: presentation, application (FastAPI endpoints) and logic (one module per feature). Explanation uses the local model; everything else uses Gemini.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task uses the model best suited to it: cloud power for reasoning, local efficiency for simple explanations.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prerequisites are free to install. The Gemini API key comes from Google AI Studio.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file per feature keeps the project modular and easy to extend.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project was delivered in four milestones from model selection through deployment and testing.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Explanation runs locally; Q&amp;A calls Gemini 1.5 Pro.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quiz module expects valid JSON, so the response is cleaned of Markdown code blocks and parsed into a Python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module is exposed through a dedicated REST endpoint.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five features were tested end-to-end in the browser.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Challenges were solved with prompt refinement, testing and UI optimisation. Future work covers voice, multilingual, mobile, dashboards, gamification, LMS and file input.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EduGenie is a foundation for personalised, inclusive and intelligent education.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1B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-1097280"/>
            <a:ext cx="4572000" cy="4572000"/>
          </a:xfrm>
          <a:prstGeom prst="ellipse">
            <a:avLst/>
          </a:prstGeom>
          <a:solidFill>
            <a:srgbClr val="6C4DF6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2377440"/>
            <a:ext cx="3291840" cy="3291840"/>
          </a:xfrm>
          <a:prstGeom prst="ellipse">
            <a:avLst/>
          </a:prstGeom>
          <a:solidFill>
            <a:srgbClr val="FF5C8A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0" y="3291840"/>
            <a:ext cx="1280160" cy="1280160"/>
          </a:xfrm>
          <a:prstGeom prst="ellipse">
            <a:avLst/>
          </a:prstGeom>
          <a:solidFill>
            <a:srgbClr val="FFC93C">
              <a:alpha val="90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234440"/>
            <a:ext cx="1371600" cy="1371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097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C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LEARNING ASSISTANT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46304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EduGenie</a:t>
            </a:r>
            <a:endParaRPr lang="en-US" sz="6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5146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BBE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Gemini Powered Learning Assistant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56616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BB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</a:t>
            </a:r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Tella Divya Sree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BB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Mentor: </a:t>
            </a:r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Siri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BB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</a:t>
            </a:r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11/04/2025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1B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09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4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EduGenie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2336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280160"/>
            <a:ext cx="502920" cy="502920"/>
          </a:xfrm>
          <a:prstGeom prst="ellipse">
            <a:avLst/>
          </a:prstGeom>
          <a:solidFill>
            <a:srgbClr val="FF5C8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530" y="1405890"/>
            <a:ext cx="251460" cy="2514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25880" y="12801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1B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196596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textbooks can't answer follow-ups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are scattered and overwhelming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personalised guidance for beginners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easy way to test understanding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663440" y="1097280"/>
            <a:ext cx="4023360" cy="3291840"/>
          </a:xfrm>
          <a:prstGeom prst="roundRect">
            <a:avLst>
              <a:gd name="adj" fmla="val 3333"/>
            </a:avLst>
          </a:prstGeom>
          <a:solidFill>
            <a:srgbClr val="6C4DF6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92040" y="1280160"/>
            <a:ext cx="502920" cy="502920"/>
          </a:xfrm>
          <a:prstGeom prst="ellipse">
            <a:avLst/>
          </a:prstGeom>
          <a:solidFill>
            <a:srgbClr val="FFC93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7770" y="1405890"/>
            <a:ext cx="251460" cy="2514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532120" y="12801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4892040" y="192024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EduGenie is a lightweight AI assistant that simplifies learning through generative AI - for students of all levels.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892040" y="32004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FFC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Runs even on a Mac M1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1B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09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4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EduGenie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508760" cy="30175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463040"/>
            <a:ext cx="777240" cy="777240"/>
          </a:xfrm>
          <a:prstGeom prst="ellipse">
            <a:avLst/>
          </a:prstGeom>
          <a:solidFill>
            <a:srgbClr val="FF5C8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1657350"/>
            <a:ext cx="388620" cy="3886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242316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1B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Questions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3108960"/>
            <a:ext cx="1289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Smart, concise answers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103120" y="1188720"/>
            <a:ext cx="1508760" cy="30175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468880" y="1463040"/>
            <a:ext cx="777240" cy="777240"/>
          </a:xfrm>
          <a:prstGeom prst="ellipse">
            <a:avLst/>
          </a:prstGeom>
          <a:solidFill>
            <a:srgbClr val="6C4DF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3190" y="1657350"/>
            <a:ext cx="388620" cy="3886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194560" y="242316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1B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 Concepts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2212848" y="3108960"/>
            <a:ext cx="1289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explanations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3749040" y="1188720"/>
            <a:ext cx="1508760" cy="30175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114800" y="1463040"/>
            <a:ext cx="777240" cy="777240"/>
          </a:xfrm>
          <a:prstGeom prst="ellipse">
            <a:avLst/>
          </a:prstGeom>
          <a:solidFill>
            <a:srgbClr val="00B8A9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9110" y="1657350"/>
            <a:ext cx="388620" cy="38862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3840480" y="242316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1B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 Quizzes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3858768" y="3108960"/>
            <a:ext cx="1289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MCQs from topic or text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394960" y="1188720"/>
            <a:ext cx="1508760" cy="30175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760720" y="1463040"/>
            <a:ext cx="777240" cy="777240"/>
          </a:xfrm>
          <a:prstGeom prst="ellipse">
            <a:avLst/>
          </a:prstGeom>
          <a:solidFill>
            <a:srgbClr val="FFC93C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30" y="1657350"/>
            <a:ext cx="388620" cy="38862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5486400" y="242316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1B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Summarize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5504688" y="3108960"/>
            <a:ext cx="1289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Condense long passages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7040880" y="1188720"/>
            <a:ext cx="1508760" cy="30175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7406640" y="1463040"/>
            <a:ext cx="777240" cy="777240"/>
          </a:xfrm>
          <a:prstGeom prst="ellipse">
            <a:avLst/>
          </a:prstGeom>
          <a:solidFill>
            <a:srgbClr val="2D1B69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0950" y="1657350"/>
            <a:ext cx="388620" cy="38862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7132320" y="242316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1B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Path</a:t>
            </a:r>
            <a:endParaRPr lang="en-US" sz="1500" dirty="0"/>
          </a:p>
        </p:txBody>
      </p:sp>
      <p:sp>
        <p:nvSpPr>
          <p:cNvPr id="29" name="Text 22"/>
          <p:cNvSpPr txBox="1"/>
          <p:nvPr/>
        </p:nvSpPr>
        <p:spPr>
          <a:xfrm>
            <a:off x="7150608" y="3108960"/>
            <a:ext cx="1289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to advanced plan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1B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Scenarios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09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4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EduGenie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298448"/>
            <a:ext cx="566928" cy="566928"/>
          </a:xfrm>
          <a:prstGeom prst="ellipse">
            <a:avLst/>
          </a:prstGeom>
          <a:solidFill>
            <a:srgbClr val="FF5C8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" y="1440180"/>
            <a:ext cx="283464" cy="28346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17320" y="12070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1417320" y="14813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D1B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Knowledge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3931920" y="11887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asks "Which is the largest ocean?" and gets an instant answer.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2240280"/>
            <a:ext cx="82296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0080" y="2441448"/>
            <a:ext cx="566928" cy="566928"/>
          </a:xfrm>
          <a:prstGeom prst="ellipse">
            <a:avLst/>
          </a:prstGeom>
          <a:solidFill>
            <a:srgbClr val="00B8A9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" y="2583180"/>
            <a:ext cx="283464" cy="28346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417320" y="23500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2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1417320" y="26243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D1B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Self-Assessment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3931920" y="23317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clicks "Generate Quiz" to test her grasp of the Pythagoras Theorem.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457200" y="3383280"/>
            <a:ext cx="82296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40080" y="3584448"/>
            <a:ext cx="566928" cy="566928"/>
          </a:xfrm>
          <a:prstGeom prst="ellipse">
            <a:avLst/>
          </a:prstGeom>
          <a:solidFill>
            <a:srgbClr val="6C4DF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3726180"/>
            <a:ext cx="283464" cy="28346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417320" y="34930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C4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3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1417320" y="37673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D1B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Learning</a:t>
            </a:r>
            <a:endParaRPr lang="en-US" sz="1700" dirty="0"/>
          </a:p>
        </p:txBody>
      </p:sp>
      <p:sp>
        <p:nvSpPr>
          <p:cNvPr id="22" name="Text 17"/>
          <p:cNvSpPr txBox="1"/>
          <p:nvPr/>
        </p:nvSpPr>
        <p:spPr>
          <a:xfrm>
            <a:off x="3931920" y="34747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learner exploring SQL requests a beginner-to-advanced path with timelines.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1B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09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4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EduGenie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94360" y="1097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C4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463040" y="1298448"/>
            <a:ext cx="2926080" cy="384048"/>
          </a:xfrm>
          <a:prstGeom prst="roundRect">
            <a:avLst>
              <a:gd name="adj" fmla="val 19048"/>
            </a:avLst>
          </a:prstGeom>
          <a:solidFill>
            <a:srgbClr val="2D1B6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463040" y="129844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(Learner)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298448"/>
            <a:ext cx="2926080" cy="384048"/>
          </a:xfrm>
          <a:prstGeom prst="roundRect">
            <a:avLst>
              <a:gd name="adj" fmla="val 19048"/>
            </a:avLst>
          </a:prstGeom>
          <a:solidFill>
            <a:srgbClr val="6C4D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754880" y="129844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 + style.css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965960"/>
            <a:ext cx="82296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94360" y="2011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 -  FastAPI + Uvicorn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233172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FF5C8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23317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/qa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212848" y="233172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FF5C8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212848" y="23317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/explain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785616" y="233172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FF5C8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785616" y="23317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/quiz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358384" y="233172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FF5C8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358384" y="23317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/summarize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931152" y="233172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FF5C8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931152" y="23317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/learn/recommendations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108960"/>
            <a:ext cx="82296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594360" y="3154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 -  Python modules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0080" y="342900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00B8A9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0080" y="34290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qna.py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212848" y="342900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00B8A9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2212848" y="34290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explanation.py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785616" y="342900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00B8A9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3785616" y="34290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quiz.py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358384" y="342900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00B8A9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358384" y="34290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summary.py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931152" y="342900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00B8A9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931152" y="34290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learning_path.py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4023360"/>
            <a:ext cx="3291840" cy="548640"/>
          </a:xfrm>
          <a:prstGeom prst="roundRect">
            <a:avLst>
              <a:gd name="adj" fmla="val 16667"/>
            </a:avLst>
          </a:prstGeom>
          <a:solidFill>
            <a:srgbClr val="FFC93C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457200" y="40233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LaMini-Flan-T5 (local)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3931920" y="4023360"/>
            <a:ext cx="4754880" cy="548640"/>
          </a:xfrm>
          <a:prstGeom prst="roundRect">
            <a:avLst>
              <a:gd name="adj" fmla="val 16667"/>
            </a:avLst>
          </a:prstGeom>
          <a:solidFill>
            <a:srgbClr val="2D1B69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3931920" y="40233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1.5 Pro (cloud API)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1B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AI Models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09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4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EduGenie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23360" cy="3291840"/>
          </a:xfrm>
          <a:prstGeom prst="roundRect">
            <a:avLst>
              <a:gd name="adj" fmla="val 3333"/>
            </a:avLst>
          </a:prstGeom>
          <a:solidFill>
            <a:srgbClr val="2D1B69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280160"/>
            <a:ext cx="548640" cy="548640"/>
          </a:xfrm>
          <a:prstGeom prst="ellipse">
            <a:avLst/>
          </a:prstGeom>
          <a:solidFill>
            <a:srgbClr val="6C4DF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17320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17320" y="1280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 1.5 Pro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1417320" y="1600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B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API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214884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for: Q&amp;A, quiz, summary, learning path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reasoning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(JSON) outputs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heavy local hardware needed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663440" y="1097280"/>
            <a:ext cx="402336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92040" y="1280160"/>
            <a:ext cx="548640" cy="548640"/>
          </a:xfrm>
          <a:prstGeom prst="ellipse">
            <a:avLst/>
          </a:prstGeom>
          <a:solidFill>
            <a:srgbClr val="FFC93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41732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623560" y="12801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1B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LaMini-Flan-T5-783M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5623560" y="1600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model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4892040" y="214884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for: concept explanation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Instruction-tuned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and CPU-compatible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laptops like Mac M1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1B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 &amp; Prerequisites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09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4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EduGenie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233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298448"/>
            <a:ext cx="566928" cy="566928"/>
          </a:xfrm>
          <a:prstGeom prst="ellipse">
            <a:avLst/>
          </a:prstGeom>
          <a:solidFill>
            <a:srgbClr val="6C4DF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" y="1440180"/>
            <a:ext cx="283464" cy="28346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71600" y="120700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3.10+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371600" y="1527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 - add to PATH, verify with python --version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0" y="1097280"/>
            <a:ext cx="40233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46320" y="1298448"/>
            <a:ext cx="566928" cy="566928"/>
          </a:xfrm>
          <a:prstGeom prst="ellipse">
            <a:avLst/>
          </a:prstGeom>
          <a:solidFill>
            <a:srgbClr val="FF5C8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8052" y="1440180"/>
            <a:ext cx="283464" cy="28346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577840" y="120700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5577840" y="1527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High-performance REST backend framework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57200" y="2240280"/>
            <a:ext cx="40233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0080" y="2441448"/>
            <a:ext cx="566928" cy="566928"/>
          </a:xfrm>
          <a:prstGeom prst="ellipse">
            <a:avLst/>
          </a:prstGeom>
          <a:solidFill>
            <a:srgbClr val="00B8A9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2583180"/>
            <a:ext cx="283464" cy="28346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371600" y="235000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Uvicorn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1371600" y="2670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ASGI server - run with uvicorn main:app --reload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663440" y="2240280"/>
            <a:ext cx="40233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846320" y="2441448"/>
            <a:ext cx="566928" cy="566928"/>
          </a:xfrm>
          <a:prstGeom prst="ellipse">
            <a:avLst/>
          </a:prstGeom>
          <a:solidFill>
            <a:srgbClr val="FFC93C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8052" y="2583180"/>
            <a:ext cx="283464" cy="28346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5577840" y="235000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Jinja2 + HTML/CSS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5577840" y="2670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Templating for index.html and static/style.css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57200" y="3383280"/>
            <a:ext cx="40233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640080" y="3584448"/>
            <a:ext cx="566928" cy="566928"/>
          </a:xfrm>
          <a:prstGeom prst="ellipse">
            <a:avLst/>
          </a:prstGeom>
          <a:solidFill>
            <a:srgbClr val="2D1B69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" y="3726180"/>
            <a:ext cx="283464" cy="283464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371600" y="349300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 API Key</a:t>
            </a:r>
            <a:endParaRPr lang="en-US" sz="1500" dirty="0"/>
          </a:p>
        </p:txBody>
      </p:sp>
      <p:sp>
        <p:nvSpPr>
          <p:cNvPr id="29" name="Text 22"/>
          <p:cNvSpPr txBox="1"/>
          <p:nvPr/>
        </p:nvSpPr>
        <p:spPr>
          <a:xfrm>
            <a:off x="1371600" y="3813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 Google AI Studio and store securely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4663440" y="3383280"/>
            <a:ext cx="40233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846320" y="3584448"/>
            <a:ext cx="566928" cy="566928"/>
          </a:xfrm>
          <a:prstGeom prst="ellipse">
            <a:avLst/>
          </a:prstGeom>
          <a:solidFill>
            <a:srgbClr val="6C4DF6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8052" y="3726180"/>
            <a:ext cx="283464" cy="283464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5577840" y="349300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LaMini-Flan-T5</a:t>
            </a:r>
            <a:endParaRPr lang="en-US" sz="1500" dirty="0"/>
          </a:p>
        </p:txBody>
      </p:sp>
      <p:sp>
        <p:nvSpPr>
          <p:cNvPr id="34" name="Text 26"/>
          <p:cNvSpPr txBox="1"/>
          <p:nvPr/>
        </p:nvSpPr>
        <p:spPr>
          <a:xfrm>
            <a:off x="5577840" y="3813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model for explanations (CPU-friendly)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1B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Structure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09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4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EduGenie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206240" cy="3383280"/>
          </a:xfrm>
          <a:prstGeom prst="roundRect">
            <a:avLst>
              <a:gd name="adj" fmla="val 3243"/>
            </a:avLst>
          </a:prstGeom>
          <a:solidFill>
            <a:srgbClr val="2D1B69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31520" y="12801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C9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EduGenie/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main.py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explanation_module.py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qna.py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quiz_module.py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summary_module.py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learning_path.py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BB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templates/index.html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BB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static/style.css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requirements.txt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937760" y="1097280"/>
            <a:ext cx="374904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120640" y="1325880"/>
            <a:ext cx="274320" cy="274320"/>
          </a:xfrm>
          <a:prstGeom prst="ellipse">
            <a:avLst/>
          </a:prstGeom>
          <a:solidFill>
            <a:srgbClr val="FF5C8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577840" y="11704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1B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main.py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577840" y="14813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app and endpoints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937760" y="1965960"/>
            <a:ext cx="374904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120640" y="2194560"/>
            <a:ext cx="274320" cy="27432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577840" y="203911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1B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*_module.py / qna.py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577840" y="23500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AI feature per file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937760" y="2834640"/>
            <a:ext cx="374904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120640" y="3063240"/>
            <a:ext cx="274320" cy="274320"/>
          </a:xfrm>
          <a:prstGeom prst="ellipse">
            <a:avLst/>
          </a:prstGeom>
          <a:solidFill>
            <a:srgbClr val="6C4DF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577840" y="290779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1B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templates + static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577840" y="32186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form and CSS styling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937760" y="3703320"/>
            <a:ext cx="374904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120640" y="3931920"/>
            <a:ext cx="274320" cy="274320"/>
          </a:xfrm>
          <a:prstGeom prst="ellipse">
            <a:avLst/>
          </a:prstGeom>
          <a:solidFill>
            <a:srgbClr val="FFC93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577840" y="37764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1B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requirements.txt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577840" y="40873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dependencies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1B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Roadmap: 4 Milestones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09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4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EduGenie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920240" cy="2743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1554480"/>
            <a:ext cx="731520" cy="731520"/>
          </a:xfrm>
          <a:prstGeom prst="ellipse">
            <a:avLst/>
          </a:prstGeom>
          <a:solidFill>
            <a:srgbClr val="FF5C8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423160"/>
            <a:ext cx="1700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1B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Selection &amp; Architecture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30632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Gemini 1.5 Pro and LaMini-Flan-T5; define folder structure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42032" y="1371600"/>
            <a:ext cx="1920240" cy="2743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36392" y="1554480"/>
            <a:ext cx="731520" cy="731520"/>
          </a:xfrm>
          <a:prstGeom prst="ellipse">
            <a:avLst/>
          </a:prstGeom>
          <a:solidFill>
            <a:srgbClr val="6C4DF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136392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2651760" y="2423160"/>
            <a:ext cx="1700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1B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Functionalities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679192" y="30632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five modules and FastAPI REST endpoints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26864" y="1371600"/>
            <a:ext cx="1920240" cy="2743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221224" y="1554480"/>
            <a:ext cx="731520" cy="73152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221224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4736592" y="2423160"/>
            <a:ext cx="1700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1B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Development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764024" y="30632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form, responsive CSS and live integration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11696" y="1371600"/>
            <a:ext cx="1920240" cy="2743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06056" y="1554480"/>
            <a:ext cx="731520" cy="731520"/>
          </a:xfrm>
          <a:prstGeom prst="ellipse">
            <a:avLst/>
          </a:prstGeom>
          <a:solidFill>
            <a:srgbClr val="FFC93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06056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1B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23" name="Text 21"/>
          <p:cNvSpPr txBox="1"/>
          <p:nvPr/>
        </p:nvSpPr>
        <p:spPr>
          <a:xfrm>
            <a:off x="6821424" y="2423160"/>
            <a:ext cx="1700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1B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848856" y="30632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locally with Uvicorn and perform functional testing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1B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Modules: Explanation &amp; Q&amp;A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09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4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EduGenie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2336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280160"/>
            <a:ext cx="548640" cy="548640"/>
          </a:xfrm>
          <a:prstGeom prst="ellipse">
            <a:avLst/>
          </a:prstGeom>
          <a:solidFill>
            <a:srgbClr val="6C4DF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17320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17320" y="12801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1B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Explanation Module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01168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LaMini-Flan-T5 (local)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complex topics into simple language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beginners and school students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Endpoint: /explain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663440" y="1097280"/>
            <a:ext cx="402336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92040" y="1280160"/>
            <a:ext cx="548640" cy="548640"/>
          </a:xfrm>
          <a:prstGeom prst="ellipse">
            <a:avLst/>
          </a:prstGeom>
          <a:solidFill>
            <a:srgbClr val="FF5C8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41732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623560" y="12801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1B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Q&amp;A Module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4892040" y="201168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Gemini 1.5 Pro (cloud)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knowledge and academic questions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Accurate, context-aware answers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Endpoint: /qa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1B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Modules: Quiz &amp; Summary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09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4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EduGenie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84632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261872"/>
            <a:ext cx="502920" cy="502920"/>
          </a:xfrm>
          <a:prstGeom prst="ellipse">
            <a:avLst/>
          </a:prstGeom>
          <a:solidFill>
            <a:srgbClr val="00B8A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530" y="1387602"/>
            <a:ext cx="251460" cy="2514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25880" y="126187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1B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 Module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40080" y="1965960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6C4DF6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19659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554480" y="1965960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2D1B69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554480" y="19659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468880" y="1965960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FF5C8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2468880" y="19659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JSON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383280" y="1965960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00B8A9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3383280" y="19659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list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297680" y="1965960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FFC93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297680" y="19659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MCQs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" y="2743200"/>
            <a:ext cx="4480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MCQs, 4 options each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clean_json_block strips Markdown fences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error message on failure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486400" y="1097280"/>
            <a:ext cx="3200400" cy="3291840"/>
          </a:xfrm>
          <a:prstGeom prst="roundRect">
            <a:avLst>
              <a:gd name="adj" fmla="val 3429"/>
            </a:avLst>
          </a:prstGeom>
          <a:solidFill>
            <a:srgbClr val="2D1B69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715000" y="1261872"/>
            <a:ext cx="502920" cy="502920"/>
          </a:xfrm>
          <a:prstGeom prst="ellipse">
            <a:avLst/>
          </a:prstGeom>
          <a:solidFill>
            <a:srgbClr val="FFC93C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0730" y="1387602"/>
            <a:ext cx="251460" cy="251460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6355080" y="126187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Module</a:t>
            </a:r>
            <a:endParaRPr lang="en-US" sz="1600" dirty="0"/>
          </a:p>
        </p:txBody>
      </p:sp>
      <p:sp>
        <p:nvSpPr>
          <p:cNvPr id="24" name="Text 20"/>
          <p:cNvSpPr txBox="1"/>
          <p:nvPr/>
        </p:nvSpPr>
        <p:spPr>
          <a:xfrm>
            <a:off x="5715000" y="2011680"/>
            <a:ext cx="2834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condenses long paragraphs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core information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redundancy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quick revision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1B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Path &amp; REST API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09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4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EduGenie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23360" cy="3291840"/>
          </a:xfrm>
          <a:prstGeom prst="roundRect">
            <a:avLst>
              <a:gd name="adj" fmla="val 3333"/>
            </a:avLst>
          </a:prstGeom>
          <a:solidFill>
            <a:srgbClr val="6C4DF6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280160"/>
            <a:ext cx="548640" cy="548640"/>
          </a:xfrm>
          <a:prstGeom prst="ellipse">
            <a:avLst/>
          </a:prstGeom>
          <a:solidFill>
            <a:srgbClr val="FFC93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17320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17320" y="12801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Path Module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01168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get_learning_recommendations() uses Gemini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to advanced, by difficulty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Videos, articles and books included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error handling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663440" y="1097280"/>
            <a:ext cx="402336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892040" y="12344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1B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 Endpoints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4892040" y="1783080"/>
            <a:ext cx="1965960" cy="384048"/>
          </a:xfrm>
          <a:prstGeom prst="roundRect">
            <a:avLst>
              <a:gd name="adj" fmla="val 19048"/>
            </a:avLst>
          </a:prstGeom>
          <a:solidFill>
            <a:srgbClr val="FF5C8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892040" y="178308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/qa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995160" y="178308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questions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892040" y="2295144"/>
            <a:ext cx="1965960" cy="384048"/>
          </a:xfrm>
          <a:prstGeom prst="roundRect">
            <a:avLst>
              <a:gd name="adj" fmla="val 19048"/>
            </a:avLst>
          </a:prstGeom>
          <a:solidFill>
            <a:srgbClr val="6C4DF6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892040" y="2295144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/explain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995160" y="2295144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concepts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892040" y="2807208"/>
            <a:ext cx="1965960" cy="384048"/>
          </a:xfrm>
          <a:prstGeom prst="roundRect">
            <a:avLst>
              <a:gd name="adj" fmla="val 19048"/>
            </a:avLst>
          </a:prstGeom>
          <a:solidFill>
            <a:srgbClr val="00B8A9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4892040" y="280720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/quiz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995160" y="2807208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MCQs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892040" y="3319272"/>
            <a:ext cx="1965960" cy="384048"/>
          </a:xfrm>
          <a:prstGeom prst="roundRect">
            <a:avLst>
              <a:gd name="adj" fmla="val 19048"/>
            </a:avLst>
          </a:prstGeom>
          <a:solidFill>
            <a:srgbClr val="FFC93C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4892040" y="331927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1B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/summarize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6995160" y="331927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text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892040" y="3831336"/>
            <a:ext cx="1965960" cy="384048"/>
          </a:xfrm>
          <a:prstGeom prst="roundRect">
            <a:avLst>
              <a:gd name="adj" fmla="val 19048"/>
            </a:avLst>
          </a:prstGeom>
          <a:solidFill>
            <a:srgbClr val="2D1B69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4892040" y="383133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/learn/recommendations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6995160" y="383133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path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1B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Frontend, Deployment &amp; Testing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09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4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EduGenie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234440"/>
            <a:ext cx="502920" cy="502920"/>
          </a:xfrm>
          <a:prstGeom prst="ellipse">
            <a:avLst/>
          </a:prstGeom>
          <a:solidFill>
            <a:srgbClr val="00B8A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1360170"/>
            <a:ext cx="251460" cy="2514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80160" y="12344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1B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Interface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18288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dropdown, text area and submit button. Responsive CSS. Results appear live below the input.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283464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2D1B69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0080" y="2971800"/>
            <a:ext cx="502920" cy="502920"/>
          </a:xfrm>
          <a:prstGeom prst="ellipse">
            <a:avLst/>
          </a:prstGeom>
          <a:solidFill>
            <a:srgbClr val="FF5C8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810" y="3097530"/>
            <a:ext cx="251460" cy="2514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280160" y="29718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Locally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685800" y="3611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9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uvicorn main:app --reload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685800" y="3931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B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http://127.0.0.1:8000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663440" y="1097280"/>
            <a:ext cx="402336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4892040" y="12344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1B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Testing</a:t>
            </a:r>
            <a:endParaRPr lang="en-US" sz="18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828800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349240" y="178308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question</a:t>
            </a:r>
            <a:endParaRPr lang="en-US" sz="14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331720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349240" y="22860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an explanation</a:t>
            </a:r>
            <a:endParaRPr lang="en-US" sz="14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2834640"/>
            <a:ext cx="292608" cy="29260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5349240" y="27889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quiz</a:t>
            </a:r>
            <a:endParaRPr lang="en-US" sz="14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337560"/>
            <a:ext cx="292608" cy="292608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5349240" y="32918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content</a:t>
            </a:r>
            <a:endParaRPr lang="en-US" sz="140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3840480"/>
            <a:ext cx="292608" cy="292608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5349240" y="37947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learning plan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1B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Future Scope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09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4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EduGenie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2918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2344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828800"/>
            <a:ext cx="2926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of AI responses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across devices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Personalisation vs. usability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977640" y="1097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1B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977640" y="1554480"/>
            <a:ext cx="224028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069080" y="1627632"/>
            <a:ext cx="475488" cy="475488"/>
          </a:xfrm>
          <a:prstGeom prst="ellipse">
            <a:avLst/>
          </a:prstGeom>
          <a:solidFill>
            <a:srgbClr val="6C4DF6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87952" y="1746504"/>
            <a:ext cx="237744" cy="237744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4636008" y="1600200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interaction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355080" y="1554480"/>
            <a:ext cx="224028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46520" y="1627632"/>
            <a:ext cx="475488" cy="475488"/>
          </a:xfrm>
          <a:prstGeom prst="ellipse">
            <a:avLst/>
          </a:prstGeom>
          <a:solidFill>
            <a:srgbClr val="00B8A9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1746504"/>
            <a:ext cx="237744" cy="23774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013448" y="1600200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support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3977640" y="2286000"/>
            <a:ext cx="224028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069080" y="2359152"/>
            <a:ext cx="475488" cy="475488"/>
          </a:xfrm>
          <a:prstGeom prst="ellipse">
            <a:avLst/>
          </a:prstGeom>
          <a:solidFill>
            <a:srgbClr val="FF5C8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7952" y="2478024"/>
            <a:ext cx="237744" cy="23774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636008" y="2331720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app, offline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355080" y="2286000"/>
            <a:ext cx="224028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446520" y="2359152"/>
            <a:ext cx="475488" cy="475488"/>
          </a:xfrm>
          <a:prstGeom prst="ellipse">
            <a:avLst/>
          </a:prstGeom>
          <a:solidFill>
            <a:srgbClr val="FFC93C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392" y="2478024"/>
            <a:ext cx="237744" cy="23774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013448" y="2331720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dashboards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3977640" y="3017520"/>
            <a:ext cx="224028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069080" y="3090672"/>
            <a:ext cx="475488" cy="475488"/>
          </a:xfrm>
          <a:prstGeom prst="ellipse">
            <a:avLst/>
          </a:prstGeom>
          <a:solidFill>
            <a:srgbClr val="2D1B69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7952" y="3209544"/>
            <a:ext cx="237744" cy="237744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4636008" y="3063240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6355080" y="3017520"/>
            <a:ext cx="224028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446520" y="3090672"/>
            <a:ext cx="475488" cy="475488"/>
          </a:xfrm>
          <a:prstGeom prst="ellipse">
            <a:avLst/>
          </a:prstGeom>
          <a:solidFill>
            <a:srgbClr val="6C4DF6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5392" y="3209544"/>
            <a:ext cx="237744" cy="237744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7013448" y="3063240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 integration</a:t>
            </a:r>
            <a:endParaRPr lang="en-US" sz="1200" dirty="0"/>
          </a:p>
        </p:txBody>
      </p:sp>
      <p:sp>
        <p:nvSpPr>
          <p:cNvPr id="33" name="Shape 25"/>
          <p:cNvSpPr/>
          <p:nvPr/>
        </p:nvSpPr>
        <p:spPr>
          <a:xfrm>
            <a:off x="3977640" y="3749040"/>
            <a:ext cx="224028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4069080" y="3822192"/>
            <a:ext cx="475488" cy="475488"/>
          </a:xfrm>
          <a:prstGeom prst="ellipse">
            <a:avLst/>
          </a:prstGeom>
          <a:solidFill>
            <a:srgbClr val="00B8A9"/>
          </a:solidFill>
          <a:ln/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87952" y="3941064"/>
            <a:ext cx="237744" cy="237744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4636008" y="3794760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study</a:t>
            </a:r>
            <a:endParaRPr lang="en-US" sz="1200" dirty="0"/>
          </a:p>
        </p:txBody>
      </p:sp>
      <p:sp>
        <p:nvSpPr>
          <p:cNvPr id="37" name="Shape 28"/>
          <p:cNvSpPr/>
          <p:nvPr/>
        </p:nvSpPr>
        <p:spPr>
          <a:xfrm>
            <a:off x="6355080" y="3749040"/>
            <a:ext cx="224028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38" name="Shape 29"/>
          <p:cNvSpPr/>
          <p:nvPr/>
        </p:nvSpPr>
        <p:spPr>
          <a:xfrm>
            <a:off x="6446520" y="3822192"/>
            <a:ext cx="475488" cy="475488"/>
          </a:xfrm>
          <a:prstGeom prst="ellipse">
            <a:avLst/>
          </a:prstGeom>
          <a:solidFill>
            <a:srgbClr val="FF5C8A"/>
          </a:solidFill>
          <a:ln/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5392" y="3941064"/>
            <a:ext cx="237744" cy="237744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7013448" y="3794760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&amp; PDF input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D1B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926080"/>
            <a:ext cx="4114800" cy="4114800"/>
          </a:xfrm>
          <a:prstGeom prst="ellipse">
            <a:avLst/>
          </a:prstGeom>
          <a:solidFill>
            <a:srgbClr val="6C4DF6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949440" y="-1280160"/>
            <a:ext cx="3657600" cy="3657600"/>
          </a:xfrm>
          <a:prstGeom prst="ellipse">
            <a:avLst/>
          </a:prstGeom>
          <a:solidFill>
            <a:srgbClr val="FF5C8A">
              <a:alpha val="5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548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502920" cy="502920"/>
          </a:xfrm>
          <a:prstGeom prst="ellipse">
            <a:avLst/>
          </a:prstGeom>
          <a:solidFill>
            <a:srgbClr val="FF5C8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572768"/>
            <a:ext cx="283464" cy="28346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46304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Accessible, low-footprint AI learning assistant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40080" y="2240280"/>
            <a:ext cx="502920" cy="502920"/>
          </a:xfrm>
          <a:prstGeom prst="ellipse">
            <a:avLst/>
          </a:prstGeom>
          <a:solidFill>
            <a:srgbClr val="FF5C8A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350008"/>
            <a:ext cx="283464" cy="28346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71600" y="224028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intelligence + lightweight local model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640080" y="3017520"/>
            <a:ext cx="502920" cy="502920"/>
          </a:xfrm>
          <a:prstGeom prst="ellipse">
            <a:avLst/>
          </a:prstGeom>
          <a:solidFill>
            <a:srgbClr val="FF5C8A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127248"/>
            <a:ext cx="283464" cy="28346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71600" y="30175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design, ready to scale and extend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640080" y="3931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FFC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Smart, scalable, learner-first.</a:t>
            </a:r>
            <a:endParaRPr lang="en-US" sz="2200" dirty="0"/>
          </a:p>
        </p:txBody>
      </p:sp>
      <p:sp>
        <p:nvSpPr>
          <p:cNvPr id="15" name="Text 10"/>
          <p:cNvSpPr txBox="1"/>
          <p:nvPr/>
        </p:nvSpPr>
        <p:spPr>
          <a:xfrm>
            <a:off x="640080" y="4434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B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EduGenie - Google Gemini Powered Learning Assistant</dc:title>
  <dc:subject>PptxGenJS Presentation</dc:subject>
  <dc:creator>Tella Divya Sree</dc:creator>
  <cp:lastModifiedBy>Tella Divya Sree</cp:lastModifiedBy>
  <cp:revision>1</cp:revision>
  <dcterms:created xsi:type="dcterms:W3CDTF">2026-09-29T06:36:52Z</dcterms:created>
  <dcterms:modified xsi:type="dcterms:W3CDTF">2026-09-29T06:36:52Z</dcterms:modified>
</cp:coreProperties>
</file>